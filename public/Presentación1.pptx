
<file path=[Content_Types].xml><?xml version="1.0" encoding="utf-8"?>
<Types xmlns="http://schemas.openxmlformats.org/package/2006/content-types">
  <Default Extension="ico" ContentType="image/x-ico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40465-F5E5-4560-9448-515ACB7AD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93EDD5-03ED-4C51-B264-29FFF1AE1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B2E293-7B81-44A6-A83E-0F3CBEF1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B1BC-8BFE-42A3-9843-F480785AF4E6}" type="datetimeFigureOut">
              <a:rPr lang="es-BO" smtClean="0"/>
              <a:t>25/4/2025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BC04C6-B8B9-406A-A4B1-B3962F7A5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FA65ED-ECCD-4B91-A1BE-6EDDC8D3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6DF30-E8DD-40B3-A793-CB72767BCE3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18479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5A7FAB-8749-4DFE-9C41-997C3C49B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BAC800-D8CE-43D0-AD4A-78A093222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A4733F-1998-4884-8682-639E666E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B1BC-8BFE-42A3-9843-F480785AF4E6}" type="datetimeFigureOut">
              <a:rPr lang="es-BO" smtClean="0"/>
              <a:t>25/4/2025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14505-A0A3-4A58-8D5F-220A5F5A1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6C71A-2422-4ED9-AC70-A4B890C8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6DF30-E8DD-40B3-A793-CB72767BCE3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2563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7BFBC6-AA4A-400A-A875-6558995F5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0373CF-8293-4BDE-A195-49FDF8742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6522CA-6248-406A-9B78-3B98E006C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B1BC-8BFE-42A3-9843-F480785AF4E6}" type="datetimeFigureOut">
              <a:rPr lang="es-BO" smtClean="0"/>
              <a:t>25/4/2025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BC2839-DDF4-4682-9B34-C34F0889E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D62C26-0E99-44D5-8A0D-1AFA15DCE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6DF30-E8DD-40B3-A793-CB72767BCE3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87404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C3C0D-222F-441A-BCDA-F1C668A3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BF04F-B176-45F3-87DB-BEE96E95C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DC5804-5B5C-47E3-9977-CD2ACC1AA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36AC45-DAEF-49F4-92D7-25F2190C7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B1BC-8BFE-42A3-9843-F480785AF4E6}" type="datetimeFigureOut">
              <a:rPr lang="es-BO" smtClean="0"/>
              <a:t>25/4/2025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D66A13-E33A-4F21-A698-A3B89613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3D8946-C2B1-4AB2-B550-66CF6D08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6DF30-E8DD-40B3-A793-CB72767BCE3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4330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AD6BB-989E-4941-8127-98C11D513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A66E20-1E24-42D1-B1F4-CA51E78CF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9772D4-B133-42F4-9EF9-5B5AF7E96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22ADCEE-E7E9-4701-9DA8-CE5A52EF0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32AC702-DD47-49B0-93C8-299C349164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78668F6-01EE-4082-AFE7-AA3DC2505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B1BC-8BFE-42A3-9843-F480785AF4E6}" type="datetimeFigureOut">
              <a:rPr lang="es-BO" smtClean="0"/>
              <a:t>25/4/2025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D5F15F1-A4B0-4333-B479-3D58CBC8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EC5DFB0-850B-4593-9680-CB522BBF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6DF30-E8DD-40B3-A793-CB72767BCE3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8314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27AB2-3DDB-4B4F-88CF-933AFEB95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F2D9CBD-0874-4086-A2EF-773C9D958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B1BC-8BFE-42A3-9843-F480785AF4E6}" type="datetimeFigureOut">
              <a:rPr lang="es-BO" smtClean="0"/>
              <a:t>25/4/2025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C8F05C-F08C-4C7B-842B-4AB075421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4FB092-EFC0-45E8-B9D8-98E129AA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6DF30-E8DD-40B3-A793-CB72767BCE3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92947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023DDFC-1CA4-469C-BA51-73F06505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B1BC-8BFE-42A3-9843-F480785AF4E6}" type="datetimeFigureOut">
              <a:rPr lang="es-BO" smtClean="0"/>
              <a:t>25/4/2025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D907FB-3116-4D0F-84EF-4BD64BBAC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1043FB-694B-40B9-A375-8FFC086F8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6DF30-E8DD-40B3-A793-CB72767BCE3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91293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93FEEE-6B47-48C7-BCB7-A5E800ECF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4AD42A-1C8E-485C-9EE4-E0118C26A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9A2930-A3F3-4EC4-A5FB-D01D566BB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AFCB5D-1712-4582-B5A8-61398A49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B1BC-8BFE-42A3-9843-F480785AF4E6}" type="datetimeFigureOut">
              <a:rPr lang="es-BO" smtClean="0"/>
              <a:t>25/4/2025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C503FC-52B1-4099-9EA5-A95F8536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B6C556-AAB4-47E1-ACEF-C14CD474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6DF30-E8DD-40B3-A793-CB72767BCE3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2053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3980F-E7E7-4C5E-BA7A-E761D51E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918762A-2E93-4894-BE2C-32F436CFC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15F74CC-DE37-4EA0-95DD-EB7F31A31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C7A8D6-0994-488C-9A37-053FB257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B1BC-8BFE-42A3-9843-F480785AF4E6}" type="datetimeFigureOut">
              <a:rPr lang="es-BO" smtClean="0"/>
              <a:t>25/4/2025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CA9225-41F8-48D0-B1E8-E740A22E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B88BAF-43C8-4A91-9E1A-443914B0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6DF30-E8DD-40B3-A793-CB72767BCE3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49515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B3FC3-5D19-4679-B6F4-876F57E09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A9D543-1FC3-454A-A141-C0BE1C42C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9861EE-0993-41A7-9CD0-A211DD209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B1BC-8BFE-42A3-9843-F480785AF4E6}" type="datetimeFigureOut">
              <a:rPr lang="es-BO" smtClean="0"/>
              <a:t>25/4/2025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FB809D-3097-4EE0-B1F7-FE087DACA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01C0CD-D72D-4E46-9C69-6104CAE9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6DF30-E8DD-40B3-A793-CB72767BCE3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8233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15013E-322A-4E72-AB6F-7CE2206420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E20A09-6821-4484-AC71-1069A4929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6A3DF2-5222-444B-96BF-857592B25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B1BC-8BFE-42A3-9843-F480785AF4E6}" type="datetimeFigureOut">
              <a:rPr lang="es-BO" smtClean="0"/>
              <a:t>25/4/2025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2E4B58-6CE8-4C61-8FD5-2DD7CB44E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CDB03B-4F36-4052-BA0E-DE69A4DF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6DF30-E8DD-40B3-A793-CB72767BCE3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6972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D2A09DA-58AE-48A7-8C0E-F647F442C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C1D9F5-A7E2-4C7B-9B51-FCE650476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406BAD-1649-4A6D-ACEA-4D08EE0D1B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8B1BC-8BFE-42A3-9843-F480785AF4E6}" type="datetimeFigureOut">
              <a:rPr lang="es-BO" smtClean="0"/>
              <a:t>25/4/2025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9F3C02-3619-45BE-BF63-CBA09CA8E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123F50-E5E4-408B-963C-12F0FDDD4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6DF30-E8DD-40B3-A793-CB72767BCE3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6394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ico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n 32">
            <a:extLst>
              <a:ext uri="{FF2B5EF4-FFF2-40B4-BE49-F238E27FC236}">
                <a16:creationId xmlns:a16="http://schemas.microsoft.com/office/drawing/2014/main" id="{33308AAE-E39E-4D4E-BB07-5752D3CE5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9509"/>
            <a:ext cx="12192001" cy="6897509"/>
          </a:xfrm>
          <a:prstGeom prst="rect">
            <a:avLst/>
          </a:prstGeom>
        </p:spPr>
      </p:pic>
      <p:sp>
        <p:nvSpPr>
          <p:cNvPr id="4" name="Hexágono 3">
            <a:extLst>
              <a:ext uri="{FF2B5EF4-FFF2-40B4-BE49-F238E27FC236}">
                <a16:creationId xmlns:a16="http://schemas.microsoft.com/office/drawing/2014/main" id="{CC29FB3D-864B-4D1C-9C31-9A56D568C455}"/>
              </a:ext>
            </a:extLst>
          </p:cNvPr>
          <p:cNvSpPr/>
          <p:nvPr/>
        </p:nvSpPr>
        <p:spPr>
          <a:xfrm>
            <a:off x="393702" y="1388533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05CB5CA2-6ED8-4357-AD51-7C28B5266064}"/>
              </a:ext>
            </a:extLst>
          </p:cNvPr>
          <p:cNvSpPr/>
          <p:nvPr/>
        </p:nvSpPr>
        <p:spPr>
          <a:xfrm>
            <a:off x="2294468" y="2429933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0" name="Hexágono 9">
            <a:extLst>
              <a:ext uri="{FF2B5EF4-FFF2-40B4-BE49-F238E27FC236}">
                <a16:creationId xmlns:a16="http://schemas.microsoft.com/office/drawing/2014/main" id="{3D31C553-19DB-4C4E-9516-080C14B4E1D5}"/>
              </a:ext>
            </a:extLst>
          </p:cNvPr>
          <p:cNvSpPr/>
          <p:nvPr/>
        </p:nvSpPr>
        <p:spPr>
          <a:xfrm>
            <a:off x="2294468" y="372534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Hexágono 10">
            <a:extLst>
              <a:ext uri="{FF2B5EF4-FFF2-40B4-BE49-F238E27FC236}">
                <a16:creationId xmlns:a16="http://schemas.microsoft.com/office/drawing/2014/main" id="{DEA50F6C-AEBD-4C6F-A6C4-20FC9BA9EC2D}"/>
              </a:ext>
            </a:extLst>
          </p:cNvPr>
          <p:cNvSpPr/>
          <p:nvPr/>
        </p:nvSpPr>
        <p:spPr>
          <a:xfrm>
            <a:off x="4195234" y="1388534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2" name="Hexágono 11">
            <a:extLst>
              <a:ext uri="{FF2B5EF4-FFF2-40B4-BE49-F238E27FC236}">
                <a16:creationId xmlns:a16="http://schemas.microsoft.com/office/drawing/2014/main" id="{CF41984C-193A-4F09-884A-B24F7D9747BE}"/>
              </a:ext>
            </a:extLst>
          </p:cNvPr>
          <p:cNvSpPr/>
          <p:nvPr/>
        </p:nvSpPr>
        <p:spPr>
          <a:xfrm>
            <a:off x="4195234" y="3471333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Hexágono 12">
            <a:extLst>
              <a:ext uri="{FF2B5EF4-FFF2-40B4-BE49-F238E27FC236}">
                <a16:creationId xmlns:a16="http://schemas.microsoft.com/office/drawing/2014/main" id="{49786995-08B9-4314-86F1-75577235C3AD}"/>
              </a:ext>
            </a:extLst>
          </p:cNvPr>
          <p:cNvSpPr/>
          <p:nvPr/>
        </p:nvSpPr>
        <p:spPr>
          <a:xfrm>
            <a:off x="6096000" y="2429933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4" name="Hexágono 13">
            <a:extLst>
              <a:ext uri="{FF2B5EF4-FFF2-40B4-BE49-F238E27FC236}">
                <a16:creationId xmlns:a16="http://schemas.microsoft.com/office/drawing/2014/main" id="{0B1B71A7-8595-4896-8C02-7C32FA3D234A}"/>
              </a:ext>
            </a:extLst>
          </p:cNvPr>
          <p:cNvSpPr/>
          <p:nvPr/>
        </p:nvSpPr>
        <p:spPr>
          <a:xfrm>
            <a:off x="-1507064" y="4487332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Hexágono 14">
            <a:extLst>
              <a:ext uri="{FF2B5EF4-FFF2-40B4-BE49-F238E27FC236}">
                <a16:creationId xmlns:a16="http://schemas.microsoft.com/office/drawing/2014/main" id="{C11E6167-8132-421F-AEA4-D41228479861}"/>
              </a:ext>
            </a:extLst>
          </p:cNvPr>
          <p:cNvSpPr/>
          <p:nvPr/>
        </p:nvSpPr>
        <p:spPr>
          <a:xfrm>
            <a:off x="393702" y="5528732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6" name="Hexágono 15">
            <a:extLst>
              <a:ext uri="{FF2B5EF4-FFF2-40B4-BE49-F238E27FC236}">
                <a16:creationId xmlns:a16="http://schemas.microsoft.com/office/drawing/2014/main" id="{8FDFC36D-F45D-46E2-8796-56AA11EB9786}"/>
              </a:ext>
            </a:extLst>
          </p:cNvPr>
          <p:cNvSpPr/>
          <p:nvPr/>
        </p:nvSpPr>
        <p:spPr>
          <a:xfrm>
            <a:off x="393702" y="3471333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7" name="Hexágono 16">
            <a:extLst>
              <a:ext uri="{FF2B5EF4-FFF2-40B4-BE49-F238E27FC236}">
                <a16:creationId xmlns:a16="http://schemas.microsoft.com/office/drawing/2014/main" id="{98C4F456-55D1-4839-95E2-C60A3A1D064C}"/>
              </a:ext>
            </a:extLst>
          </p:cNvPr>
          <p:cNvSpPr/>
          <p:nvPr/>
        </p:nvSpPr>
        <p:spPr>
          <a:xfrm>
            <a:off x="2294468" y="4487333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Hexágono 18">
            <a:extLst>
              <a:ext uri="{FF2B5EF4-FFF2-40B4-BE49-F238E27FC236}">
                <a16:creationId xmlns:a16="http://schemas.microsoft.com/office/drawing/2014/main" id="{3DD6E87F-8822-46D1-99D7-0B82A695C6D6}"/>
              </a:ext>
            </a:extLst>
          </p:cNvPr>
          <p:cNvSpPr/>
          <p:nvPr/>
        </p:nvSpPr>
        <p:spPr>
          <a:xfrm>
            <a:off x="-3407830" y="3445932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0" name="Hexágono 19">
            <a:extLst>
              <a:ext uri="{FF2B5EF4-FFF2-40B4-BE49-F238E27FC236}">
                <a16:creationId xmlns:a16="http://schemas.microsoft.com/office/drawing/2014/main" id="{126F6532-139D-4EC4-A8F0-19FEA16AA149}"/>
              </a:ext>
            </a:extLst>
          </p:cNvPr>
          <p:cNvSpPr/>
          <p:nvPr/>
        </p:nvSpPr>
        <p:spPr>
          <a:xfrm>
            <a:off x="-3407830" y="1388533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1" name="Hexágono 20">
            <a:extLst>
              <a:ext uri="{FF2B5EF4-FFF2-40B4-BE49-F238E27FC236}">
                <a16:creationId xmlns:a16="http://schemas.microsoft.com/office/drawing/2014/main" id="{6605299D-AE6D-422A-855A-EEEFF05F42A9}"/>
              </a:ext>
            </a:extLst>
          </p:cNvPr>
          <p:cNvSpPr/>
          <p:nvPr/>
        </p:nvSpPr>
        <p:spPr>
          <a:xfrm>
            <a:off x="-1507064" y="2404533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Hexágono 21">
            <a:extLst>
              <a:ext uri="{FF2B5EF4-FFF2-40B4-BE49-F238E27FC236}">
                <a16:creationId xmlns:a16="http://schemas.microsoft.com/office/drawing/2014/main" id="{25DF243F-38A2-4CD7-A65C-52716885A4A5}"/>
              </a:ext>
            </a:extLst>
          </p:cNvPr>
          <p:cNvSpPr/>
          <p:nvPr/>
        </p:nvSpPr>
        <p:spPr>
          <a:xfrm>
            <a:off x="-3407830" y="-664634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Hexágono 22">
            <a:extLst>
              <a:ext uri="{FF2B5EF4-FFF2-40B4-BE49-F238E27FC236}">
                <a16:creationId xmlns:a16="http://schemas.microsoft.com/office/drawing/2014/main" id="{D3E84EF0-A29F-450F-B8B4-E269AC0C9FB7}"/>
              </a:ext>
            </a:extLst>
          </p:cNvPr>
          <p:cNvSpPr/>
          <p:nvPr/>
        </p:nvSpPr>
        <p:spPr>
          <a:xfrm>
            <a:off x="-1507064" y="376766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5" name="Hexágono 24">
            <a:extLst>
              <a:ext uri="{FF2B5EF4-FFF2-40B4-BE49-F238E27FC236}">
                <a16:creationId xmlns:a16="http://schemas.microsoft.com/office/drawing/2014/main" id="{154AF628-E2C9-4778-95D8-72C11300039E}"/>
              </a:ext>
            </a:extLst>
          </p:cNvPr>
          <p:cNvSpPr/>
          <p:nvPr/>
        </p:nvSpPr>
        <p:spPr>
          <a:xfrm>
            <a:off x="393702" y="-664633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8" name="Hexágono 27">
            <a:extLst>
              <a:ext uri="{FF2B5EF4-FFF2-40B4-BE49-F238E27FC236}">
                <a16:creationId xmlns:a16="http://schemas.microsoft.com/office/drawing/2014/main" id="{7F152F9E-F03E-406E-8D61-CEE53B549FE0}"/>
              </a:ext>
            </a:extLst>
          </p:cNvPr>
          <p:cNvSpPr/>
          <p:nvPr/>
        </p:nvSpPr>
        <p:spPr>
          <a:xfrm>
            <a:off x="-3407830" y="5528731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9" name="Hexágono 28">
            <a:extLst>
              <a:ext uri="{FF2B5EF4-FFF2-40B4-BE49-F238E27FC236}">
                <a16:creationId xmlns:a16="http://schemas.microsoft.com/office/drawing/2014/main" id="{62E1C8E4-3F93-4AE1-AA84-7E7DAA9C6868}"/>
              </a:ext>
            </a:extLst>
          </p:cNvPr>
          <p:cNvSpPr/>
          <p:nvPr/>
        </p:nvSpPr>
        <p:spPr>
          <a:xfrm>
            <a:off x="-1507064" y="6544731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944E858E-4EA9-4200-9AE1-28BE505FA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709" y="1915385"/>
            <a:ext cx="3537322" cy="3133055"/>
          </a:xfrm>
          <a:prstGeom prst="rect">
            <a:avLst/>
          </a:prstGeom>
        </p:spPr>
      </p:pic>
      <p:sp>
        <p:nvSpPr>
          <p:cNvPr id="34" name="Hexágono 33">
            <a:extLst>
              <a:ext uri="{FF2B5EF4-FFF2-40B4-BE49-F238E27FC236}">
                <a16:creationId xmlns:a16="http://schemas.microsoft.com/office/drawing/2014/main" id="{FBD6768C-6BB2-469E-8B46-714318A9AC4C}"/>
              </a:ext>
            </a:extLst>
          </p:cNvPr>
          <p:cNvSpPr/>
          <p:nvPr/>
        </p:nvSpPr>
        <p:spPr>
          <a:xfrm>
            <a:off x="-1507064" y="-1724373"/>
            <a:ext cx="2328334" cy="1998133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7" name="Diagrama de flujo: conector 36">
            <a:extLst>
              <a:ext uri="{FF2B5EF4-FFF2-40B4-BE49-F238E27FC236}">
                <a16:creationId xmlns:a16="http://schemas.microsoft.com/office/drawing/2014/main" id="{35A039D8-0705-42B3-A445-7BAF92F3437D}"/>
              </a:ext>
            </a:extLst>
          </p:cNvPr>
          <p:cNvSpPr/>
          <p:nvPr/>
        </p:nvSpPr>
        <p:spPr>
          <a:xfrm>
            <a:off x="8424334" y="-2040591"/>
            <a:ext cx="1538514" cy="1544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146B9E29-E849-4E7A-BA90-193E5861B2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19" r="18191"/>
          <a:stretch/>
        </p:blipFill>
        <p:spPr>
          <a:xfrm>
            <a:off x="8710612" y="-1865128"/>
            <a:ext cx="976699" cy="1187434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08E4CAC5-1B4B-4977-AC1B-5582E74D71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687" y="840495"/>
            <a:ext cx="1199895" cy="1199895"/>
          </a:xfrm>
          <a:prstGeom prst="rect">
            <a:avLst/>
          </a:prstGeom>
        </p:spPr>
      </p:pic>
      <p:pic>
        <p:nvPicPr>
          <p:cNvPr id="1026" name="Picture 2" descr="Página 2 | Fertilizantes PNG para descargar gratis">
            <a:extLst>
              <a:ext uri="{FF2B5EF4-FFF2-40B4-BE49-F238E27FC236}">
                <a16:creationId xmlns:a16="http://schemas.microsoft.com/office/drawing/2014/main" id="{E49AAD09-3B50-49D8-870F-FE3431C12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048" y="4682769"/>
            <a:ext cx="1776019" cy="1607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scarga iconos gratuitos de Icono de Npk Generic gradient ...">
            <a:extLst>
              <a:ext uri="{FF2B5EF4-FFF2-40B4-BE49-F238E27FC236}">
                <a16:creationId xmlns:a16="http://schemas.microsoft.com/office/drawing/2014/main" id="{6FF17877-A5D2-489C-8581-2644C1D77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383" y="2738055"/>
            <a:ext cx="1487716" cy="1487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Hexágono 44">
            <a:extLst>
              <a:ext uri="{FF2B5EF4-FFF2-40B4-BE49-F238E27FC236}">
                <a16:creationId xmlns:a16="http://schemas.microsoft.com/office/drawing/2014/main" id="{43D3D2B3-09A8-44B2-8CAF-689F0FE225FA}"/>
              </a:ext>
            </a:extLst>
          </p:cNvPr>
          <p:cNvSpPr/>
          <p:nvPr/>
        </p:nvSpPr>
        <p:spPr>
          <a:xfrm>
            <a:off x="12375139" y="32656"/>
            <a:ext cx="1521959" cy="1392537"/>
          </a:xfrm>
          <a:prstGeom prst="hexagon">
            <a:avLst/>
          </a:prstGeom>
          <a:solidFill>
            <a:schemeClr val="accent6">
              <a:lumMod val="40000"/>
              <a:lumOff val="60000"/>
              <a:alpha val="76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A577F6E7-EE57-4B6F-ABAA-7B3537E41B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24" y="3897310"/>
            <a:ext cx="1834924" cy="137318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95D876C-A742-479D-B3F3-82A98F3235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543" y="3373694"/>
            <a:ext cx="2551247" cy="255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45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469C55-D86D-431F-A12B-377750518EF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5405" y="375801"/>
            <a:ext cx="4914900" cy="3237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8E383E0-0732-4878-BE85-D08D49577EB8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" t="76934" r="70500"/>
          <a:stretch/>
        </p:blipFill>
        <p:spPr bwMode="auto">
          <a:xfrm>
            <a:off x="7446433" y="4480983"/>
            <a:ext cx="1371601" cy="74686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BC35265-0200-4791-A443-A12DA75C564F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dirty="0"/>
              <a:t>CT-93916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D66042D-8353-4FD5-913C-F8877E466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4205" y="-902332"/>
            <a:ext cx="3777712" cy="37777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2EEBB8B-2CC8-4A5E-A596-60BB13408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392" y="-873583"/>
            <a:ext cx="3720214" cy="372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40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ágrima 3">
            <a:extLst>
              <a:ext uri="{FF2B5EF4-FFF2-40B4-BE49-F238E27FC236}">
                <a16:creationId xmlns:a16="http://schemas.microsoft.com/office/drawing/2014/main" id="{5BC3832F-780B-402F-A148-19732DE5DDE7}"/>
              </a:ext>
            </a:extLst>
          </p:cNvPr>
          <p:cNvSpPr/>
          <p:nvPr/>
        </p:nvSpPr>
        <p:spPr>
          <a:xfrm rot="10800000">
            <a:off x="2205237" y="2438389"/>
            <a:ext cx="2250222" cy="1042218"/>
          </a:xfrm>
          <a:custGeom>
            <a:avLst/>
            <a:gdLst>
              <a:gd name="connsiteX0" fmla="*/ 0 w 1703294"/>
              <a:gd name="connsiteY0" fmla="*/ 394447 h 788894"/>
              <a:gd name="connsiteX1" fmla="*/ 851647 w 1703294"/>
              <a:gd name="connsiteY1" fmla="*/ 0 h 788894"/>
              <a:gd name="connsiteX2" fmla="*/ 2250222 w 1703294"/>
              <a:gd name="connsiteY2" fmla="*/ -253314 h 788894"/>
              <a:gd name="connsiteX3" fmla="*/ 1703294 w 1703294"/>
              <a:gd name="connsiteY3" fmla="*/ 394447 h 788894"/>
              <a:gd name="connsiteX4" fmla="*/ 851647 w 1703294"/>
              <a:gd name="connsiteY4" fmla="*/ 788894 h 788894"/>
              <a:gd name="connsiteX5" fmla="*/ 0 w 1703294"/>
              <a:gd name="connsiteY5" fmla="*/ 394447 h 788894"/>
              <a:gd name="connsiteX0" fmla="*/ 0 w 2250222"/>
              <a:gd name="connsiteY0" fmla="*/ 647761 h 1042217"/>
              <a:gd name="connsiteX1" fmla="*/ 851647 w 2250222"/>
              <a:gd name="connsiteY1" fmla="*/ 253314 h 1042217"/>
              <a:gd name="connsiteX2" fmla="*/ 2250222 w 2250222"/>
              <a:gd name="connsiteY2" fmla="*/ 0 h 1042217"/>
              <a:gd name="connsiteX3" fmla="*/ 1712258 w 2250222"/>
              <a:gd name="connsiteY3" fmla="*/ 656725 h 1042217"/>
              <a:gd name="connsiteX4" fmla="*/ 851647 w 2250222"/>
              <a:gd name="connsiteY4" fmla="*/ 1042208 h 1042217"/>
              <a:gd name="connsiteX5" fmla="*/ 0 w 2250222"/>
              <a:gd name="connsiteY5" fmla="*/ 647761 h 1042217"/>
              <a:gd name="connsiteX0" fmla="*/ 0 w 2250222"/>
              <a:gd name="connsiteY0" fmla="*/ 647761 h 1042218"/>
              <a:gd name="connsiteX1" fmla="*/ 851647 w 2250222"/>
              <a:gd name="connsiteY1" fmla="*/ 253314 h 1042218"/>
              <a:gd name="connsiteX2" fmla="*/ 2250222 w 2250222"/>
              <a:gd name="connsiteY2" fmla="*/ 0 h 1042218"/>
              <a:gd name="connsiteX3" fmla="*/ 1712258 w 2250222"/>
              <a:gd name="connsiteY3" fmla="*/ 656725 h 1042218"/>
              <a:gd name="connsiteX4" fmla="*/ 851647 w 2250222"/>
              <a:gd name="connsiteY4" fmla="*/ 1042208 h 1042218"/>
              <a:gd name="connsiteX5" fmla="*/ 0 w 2250222"/>
              <a:gd name="connsiteY5" fmla="*/ 647761 h 1042218"/>
              <a:gd name="connsiteX0" fmla="*/ 0 w 2250222"/>
              <a:gd name="connsiteY0" fmla="*/ 647761 h 1042218"/>
              <a:gd name="connsiteX1" fmla="*/ 851647 w 2250222"/>
              <a:gd name="connsiteY1" fmla="*/ 253314 h 1042218"/>
              <a:gd name="connsiteX2" fmla="*/ 2250222 w 2250222"/>
              <a:gd name="connsiteY2" fmla="*/ 0 h 1042218"/>
              <a:gd name="connsiteX3" fmla="*/ 1712258 w 2250222"/>
              <a:gd name="connsiteY3" fmla="*/ 656725 h 1042218"/>
              <a:gd name="connsiteX4" fmla="*/ 851647 w 2250222"/>
              <a:gd name="connsiteY4" fmla="*/ 1042208 h 1042218"/>
              <a:gd name="connsiteX5" fmla="*/ 0 w 2250222"/>
              <a:gd name="connsiteY5" fmla="*/ 647761 h 1042218"/>
              <a:gd name="connsiteX0" fmla="*/ 0 w 2250222"/>
              <a:gd name="connsiteY0" fmla="*/ 647761 h 1042218"/>
              <a:gd name="connsiteX1" fmla="*/ 851647 w 2250222"/>
              <a:gd name="connsiteY1" fmla="*/ 253314 h 1042218"/>
              <a:gd name="connsiteX2" fmla="*/ 2250222 w 2250222"/>
              <a:gd name="connsiteY2" fmla="*/ 0 h 1042218"/>
              <a:gd name="connsiteX3" fmla="*/ 1775011 w 2250222"/>
              <a:gd name="connsiteY3" fmla="*/ 656725 h 1042218"/>
              <a:gd name="connsiteX4" fmla="*/ 851647 w 2250222"/>
              <a:gd name="connsiteY4" fmla="*/ 1042208 h 1042218"/>
              <a:gd name="connsiteX5" fmla="*/ 0 w 2250222"/>
              <a:gd name="connsiteY5" fmla="*/ 647761 h 1042218"/>
              <a:gd name="connsiteX0" fmla="*/ 0 w 2250222"/>
              <a:gd name="connsiteY0" fmla="*/ 647761 h 1042218"/>
              <a:gd name="connsiteX1" fmla="*/ 851647 w 2250222"/>
              <a:gd name="connsiteY1" fmla="*/ 253314 h 1042218"/>
              <a:gd name="connsiteX2" fmla="*/ 2250222 w 2250222"/>
              <a:gd name="connsiteY2" fmla="*/ 0 h 1042218"/>
              <a:gd name="connsiteX3" fmla="*/ 1775011 w 2250222"/>
              <a:gd name="connsiteY3" fmla="*/ 656725 h 1042218"/>
              <a:gd name="connsiteX4" fmla="*/ 851647 w 2250222"/>
              <a:gd name="connsiteY4" fmla="*/ 1042208 h 1042218"/>
              <a:gd name="connsiteX5" fmla="*/ 0 w 2250222"/>
              <a:gd name="connsiteY5" fmla="*/ 647761 h 104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50222" h="1042218">
                <a:moveTo>
                  <a:pt x="0" y="647761"/>
                </a:moveTo>
                <a:cubicBezTo>
                  <a:pt x="0" y="429914"/>
                  <a:pt x="381295" y="253314"/>
                  <a:pt x="851647" y="253314"/>
                </a:cubicBezTo>
                <a:cubicBezTo>
                  <a:pt x="1317838" y="253314"/>
                  <a:pt x="1784030" y="168876"/>
                  <a:pt x="2250222" y="0"/>
                </a:cubicBezTo>
                <a:cubicBezTo>
                  <a:pt x="1885603" y="215921"/>
                  <a:pt x="1945340" y="467699"/>
                  <a:pt x="1775011" y="656725"/>
                </a:cubicBezTo>
                <a:cubicBezTo>
                  <a:pt x="1640540" y="883538"/>
                  <a:pt x="1147482" y="1043702"/>
                  <a:pt x="851647" y="1042208"/>
                </a:cubicBezTo>
                <a:cubicBezTo>
                  <a:pt x="555812" y="1040714"/>
                  <a:pt x="0" y="865608"/>
                  <a:pt x="0" y="647761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002793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</Words>
  <Application>Microsoft Office PowerPoint</Application>
  <PresentationFormat>Panorámica</PresentationFormat>
  <Paragraphs>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USER</cp:lastModifiedBy>
  <cp:revision>10</cp:revision>
  <dcterms:created xsi:type="dcterms:W3CDTF">2025-04-24T07:03:08Z</dcterms:created>
  <dcterms:modified xsi:type="dcterms:W3CDTF">2025-04-25T18:53:26Z</dcterms:modified>
</cp:coreProperties>
</file>